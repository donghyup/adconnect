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presProps" Target="presProps.xml"  /><Relationship Id="rId15" Type="http://schemas.openxmlformats.org/officeDocument/2006/relationships/viewProps" Target="viewProps.xml"  /><Relationship Id="rId16" Type="http://schemas.openxmlformats.org/officeDocument/2006/relationships/theme" Target="theme/theme1.xml"  /><Relationship Id="rId17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9423400" y="6324600"/>
            <a:ext cx="2895600" cy="838200"/>
          </a:xfrm>
          <a:prstGeom prst="roundRect">
            <a:avLst>
              <a:gd name="adj" fmla="val 16667"/>
            </a:avLst>
          </a:prstGeom>
          <a:solidFill>
            <a:srgbClr val="f3d0c6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가로 글상자 2"/>
          <p:cNvSpPr txBox="1"/>
          <p:nvPr/>
        </p:nvSpPr>
        <p:spPr>
          <a:xfrm>
            <a:off x="9652000" y="6400800"/>
            <a:ext cx="2514600" cy="63627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광고 효율</a:t>
            </a:r>
            <a:r>
              <a:rPr lang="en-US" altLang="ko-KR"/>
              <a:t>(</a:t>
            </a:r>
            <a:r>
              <a:rPr lang="ko-KR" altLang="en-US"/>
              <a:t>전환율</a:t>
            </a:r>
            <a:r>
              <a:rPr lang="en-US" altLang="ko-KR"/>
              <a:t>)</a:t>
            </a:r>
            <a:r>
              <a:rPr lang="ko-KR" altLang="en-US"/>
              <a:t> 저하 및 채널 신뢰도 하락</a:t>
            </a:r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6680200" y="3352800"/>
            <a:ext cx="2895600" cy="990600"/>
          </a:xfrm>
          <a:prstGeom prst="roundRect">
            <a:avLst>
              <a:gd name="adj" fmla="val 16667"/>
            </a:avLst>
          </a:prstGeom>
          <a:solidFill>
            <a:srgbClr val="f3d0c6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6680200" y="3356610"/>
            <a:ext cx="2895600" cy="91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크리에이터의 평소 톤앤매너와 맞지 않는 광고 송출 시청자 거부감 유발</a:t>
            </a: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6299200" y="5715000"/>
            <a:ext cx="1295400" cy="685800"/>
          </a:xfrm>
          <a:prstGeom prst="roundRect">
            <a:avLst>
              <a:gd name="adj" fmla="val 16667"/>
            </a:avLst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</ep:Words>
  <ep:PresentationFormat>On-screen Show (4:3)</ep:PresentationFormat>
  <ep:Paragraphs>5</ep:Paragraphs>
  <ep:Slides>12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byd13</cp:lastModifiedBy>
  <dcterms:modified xsi:type="dcterms:W3CDTF">2026-03-20T04:44:33.001</dcterms:modified>
  <cp:revision>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